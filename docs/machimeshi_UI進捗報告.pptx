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/>
              <a:t>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574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8060D"/>
                </a:solidFill>
                <a:latin typeface="Yu Gothic"/>
              </a:rPr>
              <a:t>まちめし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B6375"/>
                </a:solidFill>
                <a:latin typeface="Yu Gothic"/>
              </a:rPr>
              <a:t>UI実装進捗report — 画面0〜6 プロトタイプ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375"/>
                </a:solidFill>
                <a:latin typeface="Yu Gothic"/>
              </a:rPr>
              <a:t>React + Vite / react-router-dom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60D"/>
                </a:solidFill>
                <a:latin typeface="Yu Gothic"/>
              </a:rPr>
              <a:t>プロジェクト概要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914400" cy="508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4A"/>
                </a:solidFill>
                <a:latin typeface="Yu Gothic"/>
              </a:rPr>
              <a:t>マチめし（machimeshi）とは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・飲食店の空き状況・待ち時間を検索できるWebアプリ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・React + Vite（フロントエンド）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・Supabase（DB・認証・ストレージ）※今後接続予定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・Claude Agent SDK（AI検索）※今後実装予定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4A"/>
                </a:solidFill>
                <a:latin typeface="Yu Gothic"/>
              </a:rPr>
              <a:t>今回の作業スコープ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・担当：UI実装（フロントエンドのみ）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・手描きワイヤーフレームをもとに画面0〜6を実装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・Supabase未接続のため、サンプルデータで動作確認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・react-router-domで画面間の遷移を実装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375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60D"/>
                </a:solidFill>
                <a:latin typeface="Yu Gothic"/>
              </a:rPr>
              <a:t>実装した共通基盤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914400" cy="508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4F3EC"/>
          </a:solidFill>
          <a:ln w="12700">
            <a:solidFill>
              <a:srgbClr val="E5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4A"/>
                </a:solidFill>
                <a:latin typeface="Yu Gothic"/>
              </a:rPr>
              <a:t>共通レイアウト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8060D"/>
                </a:solidFill>
                <a:latin typeface="Yu Gothic"/>
              </a:rPr>
              <a:t>PageShell / AppHeader / AppFooter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8060D"/>
                </a:solidFill>
                <a:latin typeface="Yu Gothic"/>
              </a:rPr>
              <a:t>として共通化し、全画面で使い回し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4F3EC"/>
          </a:solidFill>
          <a:ln w="12700">
            <a:solidFill>
              <a:srgbClr val="E5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4A"/>
                </a:solidFill>
                <a:latin typeface="Yu Gothic"/>
              </a:rPr>
              <a:t>ロゴ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8060D"/>
                </a:solidFill>
                <a:latin typeface="Yu Gothic"/>
              </a:rPr>
              <a:t>どんぶりアイコン+二色ロゴタイプ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8060D"/>
                </a:solidFill>
                <a:latin typeface="Yu Gothic"/>
              </a:rPr>
              <a:t>の「まちめし」ブランドマーク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4F3EC"/>
          </a:solidFill>
          <a:ln w="12700">
            <a:solidFill>
              <a:srgbClr val="E5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4A"/>
                </a:solidFill>
                <a:latin typeface="Yu Gothic"/>
              </a:rPr>
              <a:t>画面遷移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8060D"/>
                </a:solidFill>
                <a:latin typeface="Yu Gothic"/>
              </a:rPr>
              <a:t>react-router-domを導入し、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8060D"/>
                </a:solidFill>
                <a:latin typeface="Yu Gothic"/>
              </a:rPr>
              <a:t>検索・詳細・入店などをルーティング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4592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4F3EC"/>
          </a:solidFill>
          <a:ln w="12700">
            <a:solidFill>
              <a:srgbClr val="E5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8288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4A"/>
                </a:solidFill>
                <a:latin typeface="Yu Gothic"/>
              </a:rPr>
              <a:t>ダークモード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46888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8060D"/>
                </a:solidFill>
                <a:latin typeface="Yu Gothic"/>
              </a:rPr>
              <a:t>設定ドロワーのトグルで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8060D"/>
                </a:solidFill>
                <a:latin typeface="Yu Gothic"/>
              </a:rPr>
              <a:t>実際に切り替え可能（localStorage保存）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375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060D"/>
                </a:solidFill>
                <a:latin typeface="Yu Gothic"/>
              </a:rPr>
              <a:t>画面0　ホーム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508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・ヘッダー：まちめしロゴ／検索バー／ハンバーガーメニュー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・「あなたへのおすすめ」横スクロールカード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・フッター：企業の方へ／聞いてください／プロフィール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・検索バーに入力してEnterで画面①へ遷移（クエリ付き）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0990" y="393192"/>
            <a:ext cx="2877298" cy="5980176"/>
          </a:xfrm>
          <a:prstGeom prst="roundRect">
            <a:avLst>
              <a:gd name="adj" fmla="val 6000"/>
            </a:avLst>
          </a:prstGeom>
          <a:solidFill>
            <a:srgbClr val="08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718" y="502920"/>
            <a:ext cx="2657842" cy="5760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77295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375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060D"/>
                </a:solidFill>
                <a:latin typeface="Yu Gothic"/>
              </a:rPr>
              <a:t>画面1　検索結果一覧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508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・「検索結果（n件）」＋絞り込み・並び替えアイコン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・各行：店名／評価・価格帯／営業時間／写真／待ち時間バッジ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・画面0のキーワードで結果を絞り込み表示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・行をタップすると店舗詳細（画面②）へ遷移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0990" y="393192"/>
            <a:ext cx="2877298" cy="5980176"/>
          </a:xfrm>
          <a:prstGeom prst="roundRect">
            <a:avLst>
              <a:gd name="adj" fmla="val 6000"/>
            </a:avLst>
          </a:prstGeom>
          <a:solidFill>
            <a:srgbClr val="08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718" y="502920"/>
            <a:ext cx="2657842" cy="5760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77295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375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060D"/>
                </a:solidFill>
                <a:latin typeface="Yu Gothic"/>
              </a:rPr>
              <a:t>画面2　店舗詳細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508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・店名＋お気に入り／共有／閉じるアイコン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・評価・価格帯・営業時間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・写真ギャラリー（プレースホルダー）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・概要（説明文）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・「この店舗に入店する」ボタンから画面⑥へ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0990" y="393192"/>
            <a:ext cx="2877298" cy="5980176"/>
          </a:xfrm>
          <a:prstGeom prst="roundRect">
            <a:avLst>
              <a:gd name="adj" fmla="val 6000"/>
            </a:avLst>
          </a:prstGeom>
          <a:solidFill>
            <a:srgbClr val="08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718" y="502920"/>
            <a:ext cx="2657842" cy="5760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77295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375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060D"/>
                </a:solidFill>
                <a:latin typeface="Yu Gothic"/>
              </a:rPr>
              <a:t>画面3　設定メニュー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508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・ハンバーガーメニューから右スライドインで表示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・言語／連絡先／利用規約／バージョン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・ダークモードは実際に機能するトグル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・切替はlocalStorageに保存され全画面に反映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0990" y="393192"/>
            <a:ext cx="2877298" cy="5980176"/>
          </a:xfrm>
          <a:prstGeom prst="roundRect">
            <a:avLst>
              <a:gd name="adj" fmla="val 6000"/>
            </a:avLst>
          </a:prstGeom>
          <a:solidFill>
            <a:srgbClr val="08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718" y="502920"/>
            <a:ext cx="2657842" cy="5760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77295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375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060D"/>
                </a:solidFill>
                <a:latin typeface="Yu Gothic"/>
              </a:rPr>
              <a:t>画面4　ログイン／新規登録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508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・「ログイン」「新規登録」タブ切り替え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・メールアドレス／パスワード入力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・パスワードは目アイコンで表示・非表示切替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・ホームの「企業の方へ」から遷移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6035040" cy="685800"/>
          </a:xfrm>
          <a:prstGeom prst="roundRect">
            <a:avLst>
              <a:gd name="adj" fmla="val 2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2502E"/>
                </a:solidFill>
              </a:rPr>
              <a:t>→ 送信すると画面⑤（店舗登録）へ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0990" y="393192"/>
            <a:ext cx="2877298" cy="5980176"/>
          </a:xfrm>
          <a:prstGeom prst="roundRect">
            <a:avLst>
              <a:gd name="adj" fmla="val 6000"/>
            </a:avLst>
          </a:prstGeom>
          <a:solidFill>
            <a:srgbClr val="08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4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718" y="502920"/>
            <a:ext cx="2657842" cy="5760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77295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375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060D"/>
                </a:solidFill>
                <a:latin typeface="Yu Gothic"/>
              </a:rPr>
              <a:t>画面5　店舗登録フォーム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508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・店名／金額（スライダー）／営業時間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・ジャンル（タグ）／写真（任意）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・卓の数／カウンターの数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・IDの生成方法（自動生成／店名から／手動）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0990" y="393192"/>
            <a:ext cx="2877298" cy="5980176"/>
          </a:xfrm>
          <a:prstGeom prst="roundRect">
            <a:avLst>
              <a:gd name="adj" fmla="val 6000"/>
            </a:avLst>
          </a:prstGeom>
          <a:solidFill>
            <a:srgbClr val="08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718" y="502920"/>
            <a:ext cx="2657842" cy="5760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77295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375"/>
                </a:solidFill>
                <a:latin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060D"/>
                </a:solidFill>
                <a:latin typeface="Yu Gothic"/>
              </a:rPr>
              <a:t>画面6　入店／退店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508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・席状況（卓／カウンター）切り替え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・人数ステッパー（−／＋）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・「入店」でIDを自動発行し重複入店を防止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・退店時はID照合（一致／不一致メッセージ表示）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0990" y="393192"/>
            <a:ext cx="2877298" cy="5980176"/>
          </a:xfrm>
          <a:prstGeom prst="roundRect">
            <a:avLst>
              <a:gd name="adj" fmla="val 6000"/>
            </a:avLst>
          </a:prstGeom>
          <a:solidFill>
            <a:srgbClr val="08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_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718" y="502920"/>
            <a:ext cx="2657842" cy="5760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77295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375"/>
                </a:solidFill>
                <a:latin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ダークモード対応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914400" cy="508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Yu Gothic"/>
              </a:rPr>
              <a:t>・CSS変数によるテーマ管理（ThemeContext）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Yu Gothic"/>
              </a:rPr>
              <a:t>・システム設定 / 明示的トグルの両方に対応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Yu Gothic"/>
              </a:rPr>
              <a:t>・全画面・全コンポーネントで一貫した配色</a:t>
            </a:r>
          </a:p>
        </p:txBody>
      </p:sp>
      <p:pic>
        <p:nvPicPr>
          <p:cNvPr id="6" name="Picture 5" descr="bonu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718" y="502920"/>
            <a:ext cx="2657842" cy="5760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77295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375"/>
                </a:solidFill>
                <a:latin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60D"/>
                </a:solidFill>
                <a:latin typeface="Yu Gothic"/>
              </a:rPr>
              <a:t>今後のTODO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914400" cy="508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4A"/>
                </a:solidFill>
                <a:latin typeface="Yu Gothic"/>
              </a:rPr>
              <a:t>バックエンド接続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・Supabaseプロジェクトへの接続（.env設定）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・サンプルデータを実データに置き換え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・ログイン／新規登録の実認証実装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・AI検索（Claude Agent SDK）との連携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4A"/>
                </a:solidFill>
                <a:latin typeface="Yu Gothic"/>
              </a:rPr>
              <a:t>UI磨き込み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・実店舗写真・アイコンへの差し替え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・検索結果の絞り込みUI（フィルター）の実装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・レスポンシブ・タブレット表示の確認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8060D"/>
                </a:solidFill>
                <a:latin typeface="Yu Gothic"/>
              </a:rPr>
              <a:t>・アクセシビリティチェック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375"/>
                </a:solidFill>
                <a:latin typeface="Yu Gothi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